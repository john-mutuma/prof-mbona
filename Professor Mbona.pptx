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2"/>
  </p:normalViewPr>
  <p:slideViewPr>
    <p:cSldViewPr snapToGrid="0" snapToObjects="1">
      <p:cViewPr varScale="1">
        <p:scale>
          <a:sx n="149" d="100"/>
          <a:sy n="149" d="100"/>
        </p:scale>
        <p:origin x="19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5A623"/>
                </a:solidFill>
                <a:latin typeface="Calibri"/>
              </a:defRPr>
            </a:pPr>
            <a:r>
              <a:t>Mwalimu Sauti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Voice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"Every child deserves to learn in the language they dream in."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Microsoft Hackathon 2026  |  Powered by Paza API (Microsoft Research Africa)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A623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17M+ Kenyan children are taught in English — a language they barely speak at home.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Kenya's CBC mandates mother-tongue instruction in lower primary,</a:t>
            </a:r>
            <a:br/>
            <a:r>
              <a:t>but almost no STEM materials exist in local languages.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Fewer than 5% of teachers can teach science in Kikuyu, Maasai, or Dholuo.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Existing edtech assumes reading + typing + English</a:t>
            </a:r>
            <a:br/>
            <a:r>
              <a:t>— a wall for young or low-literacy learners.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Result: children fall behind in science before they even understand the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A77C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 voice-first AI tutor that lets a child learn science</a:t>
            </a:r>
            <a:br/>
            <a:r>
              <a:t>by speaking in their mother tongue.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Child speaks a question in Kikuyu (or Swahili, Somali...)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An LLM tutor answers using culturally-grounded analogies</a:t>
            </a:r>
            <a:br/>
            <a:r>
              <a:t>(cattle, milk, fire, soil — not lab beakers)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The answer is spoken back in the child's own language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No reading. No typing. No English required.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CCCCCC"/>
                </a:solidFill>
                <a:latin typeface="Calibri"/>
              </a:defRPr>
            </a:pPr>
            <a:r>
              <a:t>Every spoken exchange becomes measurable learning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2011680" cy="8229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  <a:latin typeface="Calibri"/>
              </a:defRPr>
            </a:pPr>
            <a:r>
              <a:t>Child speaks</a:t>
            </a:r>
            <a:br/>
            <a:r>
              <a:t>(Kikuyu)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1760" y="225856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91840" y="2011680"/>
            <a:ext cx="1645920" cy="82296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ASR</a:t>
            </a:r>
            <a:br/>
            <a:r>
              <a:t>(Speech→Text)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120640" y="225856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60720" y="2011680"/>
            <a:ext cx="1645920" cy="82296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Translate</a:t>
            </a:r>
            <a:br/>
            <a:r>
              <a:t>(Kikuyu→En)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89520" y="225856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2011680" cy="82296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LLM Tutor</a:t>
            </a:r>
            <a:br/>
            <a:r>
              <a:t>(Our Brain)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2011680" cy="82296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English</a:t>
            </a:r>
            <a:br/>
            <a:r>
              <a:t>Answer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1760" y="436168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91840" y="4114800"/>
            <a:ext cx="1645920" cy="82296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Translate</a:t>
            </a:r>
            <a:br/>
            <a:r>
              <a:t>(En→Kikuyu)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120640" y="436168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60720" y="4114800"/>
            <a:ext cx="1645920" cy="82296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TTS</a:t>
            </a:r>
            <a:br/>
            <a:r>
              <a:t>(Text→Speech)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89520" y="4361688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4114800"/>
            <a:ext cx="2011680" cy="8229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D2D2D"/>
                </a:solidFill>
                <a:latin typeface="Calibri"/>
              </a:defRPr>
            </a:pPr>
            <a:r>
              <a:t>Child hears</a:t>
            </a:r>
            <a:br/>
            <a:r>
              <a:t>answer (Kikuyu)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Green = Paza API (Microsoft Research Africa, hosted)    |    Blue = Our LLM Tutor    |    Orange = The Child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INPUT: Child's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OUTPUT: Spoken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A623"/>
                </a:solidFill>
                <a:latin typeface="Calibri"/>
              </a:defRPr>
            </a:pPr>
            <a:r>
              <a:t>Demo: A Child Asks About Milk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Calibri"/>
              </a:defRPr>
            </a:pPr>
            <a:r>
              <a:t>Child speaks (Kikuyu):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"Kĩrĩa gĩtũmaga iria rĩtuĩke rĩũmũ nĩ kĩĩ?"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A77C"/>
                </a:solidFill>
                <a:latin typeface="Calibri"/>
              </a:defRPr>
            </a:pPr>
            <a:r>
              <a:t>ASR transcribes + translates: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"Why does milk go sour?"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66CC"/>
                </a:solidFill>
                <a:latin typeface="Calibri"/>
              </a:defRPr>
            </a:pPr>
            <a:r>
              <a:t>LLM Tutor answers (English):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"When you leave milk in a warm gourd, tiny living things called</a:t>
            </a:r>
            <a:br>
              <a:rPr dirty="0"/>
            </a:br>
            <a:r>
              <a:rPr dirty="0"/>
              <a:t>bacteria eat the sugar in the milk and make it taste sour —</a:t>
            </a:r>
            <a:br>
              <a:rPr dirty="0"/>
            </a:br>
            <a:r>
              <a:rPr dirty="0"/>
              <a:t>just like how ugali goes bad if you leave it out.</a:t>
            </a:r>
            <a:br>
              <a:rPr dirty="0"/>
            </a:br>
            <a:r>
              <a:rPr dirty="0"/>
              <a:t>We call this fermentation. Can you think of another</a:t>
            </a:r>
            <a:br>
              <a:rPr dirty="0"/>
            </a:br>
            <a:r>
              <a:rPr dirty="0"/>
              <a:t>food that changes when you leave it out?"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974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A77C"/>
                </a:solidFill>
                <a:latin typeface="Calibri"/>
              </a:defRPr>
            </a:pPr>
            <a:r>
              <a:rPr dirty="0"/>
              <a:t>Translated + spoken back (Kikuyu):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Child hears the full explanation in their mother tongue.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Makes It Different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651760" cy="10972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Voice-First,</a:t>
            </a:r>
            <a:br/>
            <a:r>
              <a:t>Literacy-Free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The entire loop is spoken.</a:t>
            </a:r>
            <a:br/>
            <a:r>
              <a:t>No reading or typing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645920"/>
            <a:ext cx="2651760" cy="109728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Culturally</a:t>
            </a:r>
            <a:br/>
            <a:r>
              <a:t>Grounded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926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Teach via a child's world:</a:t>
            </a:r>
            <a:br/>
            <a:r>
              <a:t>milk, cattle, fire, soil</a:t>
            </a:r>
            <a:br/>
            <a:r>
              <a:t>— not lab beakers.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651760" cy="109728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Vocabulary</a:t>
            </a:r>
            <a:br/>
            <a:r>
              <a:t>Bridging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26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Concept in mother tongue first,</a:t>
            </a:r>
            <a:br/>
            <a:r>
              <a:t>then: "...we call this oxygen."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651760" cy="10972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Every Exchange</a:t>
            </a:r>
            <a:br/>
            <a:r>
              <a:t>=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926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Spoken Q&amp;A becomes</a:t>
            </a:r>
            <a:br/>
            <a:r>
              <a:t>measurable learning data</a:t>
            </a:r>
            <a:br/>
            <a:r>
              <a:t>for teachers.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We only build the blue box. Everything else is hosted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286000" cy="1371600"/>
          </a:xfrm>
          <a:prstGeom prst="round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Browser</a:t>
            </a:r>
            <a:br/>
            <a:br/>
            <a:r>
              <a:t>Mic capture</a:t>
            </a:r>
            <a:br/>
            <a:r>
              <a:t>Audio playback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286000"/>
            <a:ext cx="2743200" cy="137160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Our Backend</a:t>
            </a:r>
            <a:br/>
            <a:br/>
            <a:r>
              <a:t>Orchestrates pipeline</a:t>
            </a:r>
            <a:br/>
            <a:r>
              <a:t>Holds auth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200400" cy="1097280"/>
          </a:xfrm>
          <a:prstGeom prst="roundRect">
            <a:avLst/>
          </a:prstGeom>
          <a:solidFill>
            <a:srgbClr val="0AA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Paza API</a:t>
            </a:r>
            <a:br/>
            <a:r>
              <a:t>(Microsoft Research Africa)</a:t>
            </a:r>
            <a:br/>
            <a:r>
              <a:t>ASR + Translation + TTS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200400"/>
            <a:ext cx="3200400" cy="109728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Azure OpenAI</a:t>
            </a:r>
            <a:br/>
            <a:r>
              <a:t>GPT-4o</a:t>
            </a:r>
            <a:br/>
            <a:r>
              <a:t>CBC-grounded tutor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34640" y="2834640"/>
            <a:ext cx="10972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6949440" y="2011680"/>
            <a:ext cx="10972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6949440" y="3566160"/>
            <a:ext cx="10972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Tech stack: Next.js (TypeScript) | Azure OpenAI (GPT-4o) | Paza API (ASR: MMS, Translation: NLLB, TTS: MMS-TTS)</a:t>
            </a:r>
            <a:br/>
            <a:r>
              <a:t>Languages supported end-to-end: Kikuyu, Swahili, Somali  |  Demo language: Kikuyu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A77C"/>
                </a:solidFill>
                <a:latin typeface="Calibri"/>
              </a:defRPr>
            </a:pPr>
            <a:r>
              <a:t>Impact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Scaling path: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TODAY: Kikuyu (full voice loop confirmed) — 1 language, 3 science topics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NEXT: 6 Kenyan languages (Swahili, Dholuo, Kalenjin, Maasai, Somali)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FUTURE: 2,000+ African languages as speech models expand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Why this matters: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Paza's small models can run on $50 Android phones — offline-ready path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Mother-tongue instruction improves learning outcomes by 30-50% (UNESCO)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Voice-first = accessible to pre-literate children (ages 4-8)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Every conversation is a formative assessment — no separate testing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66CC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Teacher / Parent Dashboard — see what your child learned, track progress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More subjects — Math, Environmental Studies (aligned to Kenya CBC)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More languages — as Paza adds TTS for Dholuo, translation for Maasai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Offline mode — Paza models on-device for areas with no connectivity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Pilot with schools — partner with county education offices for real classroom testing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Adaptive difficulty — tutor adjusts complexity based on child's spoken responses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A623"/>
                </a:solidFill>
                <a:latin typeface="Calibri"/>
              </a:defRPr>
            </a:pPr>
            <a:r>
              <a:t>Asante Sana!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Mwalimu Sauti — Voice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Built with:</a:t>
            </a:r>
            <a:br/>
            <a:r>
              <a:t>Paza API (Microsoft Research Africa) + Azure OpenAI</a:t>
            </a:r>
            <a:br/>
            <a:br/>
            <a:r>
              <a:t>Team: [Your Team Name]</a:t>
            </a:r>
            <a:br/>
            <a:r>
              <a:t>Contact: [your-email@microsoft.com]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"Paza sauti" — Raise your voice.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803</Words>
  <Application>Microsoft Macintosh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Mutuma</cp:lastModifiedBy>
  <cp:revision>2</cp:revision>
  <dcterms:created xsi:type="dcterms:W3CDTF">2013-01-27T09:14:16Z</dcterms:created>
  <dcterms:modified xsi:type="dcterms:W3CDTF">2026-06-11T20:22:05Z</dcterms:modified>
  <cp:category/>
</cp:coreProperties>
</file>